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42560-0933-406B-A2D9-F83915CFE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F6C4D4-AC82-DDFF-4A6A-F4F081C7E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373A0-7763-2106-4408-D3D90EC43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B5FF2-428D-4E4F-BC32-3666DE0DAF66}" type="datetimeFigureOut">
              <a:rPr lang="en-JP" smtClean="0"/>
              <a:t>2026/09/01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54C78-8C68-8A82-2CA7-ADE688FFF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12D63-C780-CE04-5736-0763F8EA5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AB74-0334-CD40-BA03-84769287D30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42591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BE5BA-E880-EA44-B2D6-95649F55E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E1F3D-29D3-9832-6AC2-A8F4DCFEB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B041F-9278-5F8D-772A-52B7579B1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B5FF2-428D-4E4F-BC32-3666DE0DAF66}" type="datetimeFigureOut">
              <a:rPr lang="en-JP" smtClean="0"/>
              <a:t>2026/09/01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AF312-EA2B-452D-CB83-79BDA36FD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ED416-1FCB-7325-D8F1-128CEF402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AB74-0334-CD40-BA03-84769287D30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1835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3B5AC-C9C2-8F26-3670-D8DD28F48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40444-F61C-1E20-DF45-5DF270DF4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78098-5990-5DE7-F092-EF2E5C187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B5FF2-428D-4E4F-BC32-3666DE0DAF66}" type="datetimeFigureOut">
              <a:rPr lang="en-JP" smtClean="0"/>
              <a:t>2026/09/01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E9D5C-210C-5520-53C4-BD36ACFB5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59989-C0C1-195D-FFD8-16903F8EC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AB74-0334-CD40-BA03-84769287D30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03162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4D2FC-5533-B6C3-A138-404F90E77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A9A7D-0B5C-705A-62C0-41C0411A13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5BF9E-6B7D-D2C5-75CF-45CDE7560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CC6E3-C105-5F23-D893-F37C6004B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B5FF2-428D-4E4F-BC32-3666DE0DAF66}" type="datetimeFigureOut">
              <a:rPr lang="en-JP" smtClean="0"/>
              <a:t>2026/09/01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83935-97ED-6B1C-04BB-942025C58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C60E9-89E0-1EEC-F3B6-226CD8D1E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AB74-0334-CD40-BA03-84769287D30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704342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D70F-9409-3467-0EFA-16A55132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476BE-940D-8A46-7849-C89AAE8E9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C518B-CECF-FCF4-0721-DDEE1CADDD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CC35DA-226B-27A2-2289-B9EF3ADE0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F5A5B-75BF-E528-6C3E-28F2126E5A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07D754-5086-2EC9-5F1A-10C68D521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B5FF2-428D-4E4F-BC32-3666DE0DAF66}" type="datetimeFigureOut">
              <a:rPr lang="en-JP" smtClean="0"/>
              <a:t>2026/09/01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346958-30F9-532E-F43A-ED0C3D84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EADC36-F955-EB3A-43AC-E39321C2B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AB74-0334-CD40-BA03-84769287D30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21851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2EBA6-D0DC-9266-977F-C1FE275B4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ED5BC9-3994-6BB1-095E-ECE2CA42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B5FF2-428D-4E4F-BC32-3666DE0DAF66}" type="datetimeFigureOut">
              <a:rPr lang="en-JP" smtClean="0"/>
              <a:t>2026/09/01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1AB80F-41D1-0B69-AE42-70C759D0B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8ABBF-ACF5-732E-3C24-160B338D2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AB74-0334-CD40-BA03-84769287D30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99053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FF2FCB-1E93-F9CF-2EC9-F98CC38C4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B5FF2-428D-4E4F-BC32-3666DE0DAF66}" type="datetimeFigureOut">
              <a:rPr lang="en-JP" smtClean="0"/>
              <a:t>2026/09/01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F659A-76AC-2852-1060-162394985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01C53-D3B2-00E5-80E2-A55073717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AB74-0334-CD40-BA03-84769287D30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296937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A9783-E9DD-5B0F-9407-C73AC2029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76670-D743-E66C-F093-0EDB11152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7308F-BA61-EC13-7766-8AD8B5457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86DCD-76D3-63B5-10CB-05EC4A026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B5FF2-428D-4E4F-BC32-3666DE0DAF66}" type="datetimeFigureOut">
              <a:rPr lang="en-JP" smtClean="0"/>
              <a:t>2026/09/01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C54BB-C41C-0FB3-ADB7-0684C6E83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85225-325E-55D7-6D2D-CA6D8E3F7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AB74-0334-CD40-BA03-84769287D30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95883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EC8D8-1AC4-49B9-5B74-740B91C24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37D619-DCC5-0878-3BE0-A103E445F0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6EE22-D888-EAAD-D5F2-71138DECE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CB0CA-8E71-C05A-6B42-223C9216C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B5FF2-428D-4E4F-BC32-3666DE0DAF66}" type="datetimeFigureOut">
              <a:rPr lang="en-JP" smtClean="0"/>
              <a:t>2026/09/01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00E61-825A-ADF8-B53A-12A458217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E0EA16-1231-2EAC-94F6-6F60E8AFB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AB74-0334-CD40-BA03-84769287D30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29908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789F0-0A82-A424-366F-D196B8620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BCA8D-922D-42D8-3001-46088FC8D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C3502-6710-6B50-D4A9-20CA268A4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B5FF2-428D-4E4F-BC32-3666DE0DAF66}" type="datetimeFigureOut">
              <a:rPr lang="en-JP" smtClean="0"/>
              <a:t>2026/09/01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EE79A-1656-B3F7-AA0C-9107F25DD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9A76A-BA09-1EA7-573C-7EB9F8925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AB74-0334-CD40-BA03-84769287D30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94268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342EAC-233F-F145-4766-BC68F23E72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39C4C-377A-15C7-2CF1-804E59D42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CD864-73E8-B3E5-9DA4-A0B28678D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B5FF2-428D-4E4F-BC32-3666DE0DAF66}" type="datetimeFigureOut">
              <a:rPr lang="en-JP" smtClean="0"/>
              <a:t>2026/09/01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E1D45-3A65-DCFF-C8CA-9D97BBB6A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D1B81-CC23-3080-FEBF-502A05ACC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AB74-0334-CD40-BA03-84769287D30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280007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8DA904-26E9-336F-B234-2FB062F7A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8F18F-4ACF-F529-56CF-74DE8BD4C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482B3-4823-4F5E-C3F7-B081F0E0AF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B5FF2-428D-4E4F-BC32-3666DE0DAF66}" type="datetimeFigureOut">
              <a:rPr lang="en-JP" smtClean="0"/>
              <a:t>2026/09/01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393A0-AD1B-CFB5-2435-00759D103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5830E-F6E8-D85C-61A5-48375CB28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FEAB74-0334-CD40-BA03-84769287D303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85054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170AAB-227D-8626-3A29-BE60E71283C8}"/>
              </a:ext>
            </a:extLst>
          </p:cNvPr>
          <p:cNvSpPr txBox="1"/>
          <p:nvPr/>
        </p:nvSpPr>
        <p:spPr>
          <a:xfrm>
            <a:off x="3338111" y="1938969"/>
            <a:ext cx="300760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4800" dirty="0">
                <a:latin typeface="Hiragino Kaku Gothic Std W8" panose="020B0800000000000000" pitchFamily="34" charset="-128"/>
                <a:ea typeface="Hiragino Kaku Gothic Std W8" panose="020B0800000000000000" pitchFamily="34" charset="-128"/>
                <a:cs typeface="ADLaM Display" panose="02010000000000000000" pitchFamily="2" charset="77"/>
              </a:rPr>
              <a:t>Logo</a:t>
            </a:r>
          </a:p>
          <a:p>
            <a:pPr algn="ctr"/>
            <a:r>
              <a:rPr lang="en-JP" sz="4800" dirty="0">
                <a:latin typeface="Hiragino Kaku Gothic Std W8" panose="020B0800000000000000" pitchFamily="34" charset="-128"/>
                <a:ea typeface="Hiragino Kaku Gothic Std W8" panose="020B0800000000000000" pitchFamily="34" charset="-128"/>
                <a:cs typeface="ADLaM Display" panose="02010000000000000000" pitchFamily="2" charset="77"/>
              </a:rPr>
              <a:t>エリア</a:t>
            </a:r>
          </a:p>
        </p:txBody>
      </p:sp>
    </p:spTree>
    <p:extLst>
      <p:ext uri="{BB962C8B-B14F-4D97-AF65-F5344CB8AC3E}">
        <p14:creationId xmlns:p14="http://schemas.microsoft.com/office/powerpoint/2010/main" val="418599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Hiragino Kaku Gothic Std W8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岡村 淳一</dc:creator>
  <cp:lastModifiedBy>岡村 淳一</cp:lastModifiedBy>
  <cp:revision>5</cp:revision>
  <dcterms:created xsi:type="dcterms:W3CDTF">2026-09-01T03:27:05Z</dcterms:created>
  <dcterms:modified xsi:type="dcterms:W3CDTF">2026-09-01T04:00:54Z</dcterms:modified>
</cp:coreProperties>
</file>